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Lovelace" charset="1" panose="00000500000000000000"/>
      <p:regular r:id="rId7"/>
    </p:embeddedFont>
    <p:embeddedFont>
      <p:font typeface="Cinzel Decorative Bold" charset="1" panose="00000800000000000000"/>
      <p:regular r:id="rId8"/>
    </p:embeddedFont>
    <p:embeddedFont>
      <p:font typeface="Cinzel Decorative" charset="1" panose="00000500000000000000"/>
      <p:regular r:id="rId9"/>
    </p:embeddedFont>
    <p:embeddedFont>
      <p:font typeface="Playfair Display" charset="1" panose="00000000000000000000"/>
      <p:regular r:id="rId10"/>
    </p:embeddedFont>
    <p:embeddedFont>
      <p:font typeface="Lora" charset="1" panose="00000500000000000000"/>
      <p:regular r:id="rId11"/>
    </p:embeddedFont>
    <p:embeddedFont>
      <p:font typeface="Lora Bold" charset="1" panose="000008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172" y="198249"/>
            <a:ext cx="10277656" cy="7163501"/>
            <a:chOff x="0" y="0"/>
            <a:chExt cx="3683280" cy="2567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83280" cy="2567237"/>
            </a:xfrm>
            <a:custGeom>
              <a:avLst/>
              <a:gdLst/>
              <a:ahLst/>
              <a:cxnLst/>
              <a:rect r="r" b="b" t="t" l="l"/>
              <a:pathLst>
                <a:path h="2567237" w="3683280">
                  <a:moveTo>
                    <a:pt x="0" y="0"/>
                  </a:moveTo>
                  <a:lnTo>
                    <a:pt x="3683280" y="0"/>
                  </a:lnTo>
                  <a:lnTo>
                    <a:pt x="3683280" y="2567237"/>
                  </a:lnTo>
                  <a:lnTo>
                    <a:pt x="0" y="2567237"/>
                  </a:lnTo>
                  <a:close/>
                </a:path>
              </a:pathLst>
            </a:custGeom>
            <a:solidFill>
              <a:srgbClr val="FFFE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683280" cy="2595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396000" y="5363580"/>
            <a:ext cx="1882377" cy="1800420"/>
          </a:xfrm>
          <a:custGeom>
            <a:avLst/>
            <a:gdLst/>
            <a:ahLst/>
            <a:cxnLst/>
            <a:rect r="r" b="b" t="t" l="l"/>
            <a:pathLst>
              <a:path h="1800420" w="1882377">
                <a:moveTo>
                  <a:pt x="1882377" y="1800420"/>
                </a:moveTo>
                <a:lnTo>
                  <a:pt x="0" y="1800420"/>
                </a:lnTo>
                <a:lnTo>
                  <a:pt x="0" y="0"/>
                </a:lnTo>
                <a:lnTo>
                  <a:pt x="1882377" y="0"/>
                </a:lnTo>
                <a:lnTo>
                  <a:pt x="1882377" y="180042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8414631" y="5363580"/>
            <a:ext cx="1882377" cy="1800420"/>
          </a:xfrm>
          <a:custGeom>
            <a:avLst/>
            <a:gdLst/>
            <a:ahLst/>
            <a:cxnLst/>
            <a:rect r="r" b="b" t="t" l="l"/>
            <a:pathLst>
              <a:path h="1800420" w="1882377">
                <a:moveTo>
                  <a:pt x="0" y="1800420"/>
                </a:moveTo>
                <a:lnTo>
                  <a:pt x="1882377" y="1800420"/>
                </a:lnTo>
                <a:lnTo>
                  <a:pt x="1882377" y="0"/>
                </a:lnTo>
                <a:lnTo>
                  <a:pt x="0" y="0"/>
                </a:lnTo>
                <a:lnTo>
                  <a:pt x="0" y="180042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0">
            <a:off x="1757151" y="4046725"/>
            <a:ext cx="7177698" cy="0"/>
          </a:xfrm>
          <a:prstGeom prst="line">
            <a:avLst/>
          </a:prstGeom>
          <a:ln cap="flat" w="9525">
            <a:solidFill>
              <a:srgbClr val="1A2B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2110325" y="6284280"/>
            <a:ext cx="2179989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6401686" y="6289043"/>
            <a:ext cx="2179989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744281" y="5698400"/>
            <a:ext cx="1035841" cy="1317445"/>
          </a:xfrm>
          <a:custGeom>
            <a:avLst/>
            <a:gdLst/>
            <a:ahLst/>
            <a:cxnLst/>
            <a:rect r="r" b="b" t="t" l="l"/>
            <a:pathLst>
              <a:path h="1317445" w="1035841">
                <a:moveTo>
                  <a:pt x="0" y="0"/>
                </a:moveTo>
                <a:lnTo>
                  <a:pt x="1035841" y="0"/>
                </a:lnTo>
                <a:lnTo>
                  <a:pt x="1035841" y="1317445"/>
                </a:lnTo>
                <a:lnTo>
                  <a:pt x="0" y="1317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87283" y="3122310"/>
            <a:ext cx="4422336" cy="81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660">
                <a:solidFill>
                  <a:srgbClr val="1A2B44"/>
                </a:solidFill>
                <a:latin typeface="Lovelace"/>
                <a:ea typeface="Lovelace"/>
                <a:cs typeface="Lovelace"/>
                <a:sym typeface="Lovelace"/>
              </a:rPr>
              <a:t>&lt;&lt;NAME&gt;&gt;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38769" y="1001473"/>
            <a:ext cx="5814462" cy="102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1A2B44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CERTIFICATE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3569" y="2004710"/>
            <a:ext cx="306486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of appreciation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75155" y="2477150"/>
            <a:ext cx="394169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certificate is proudly awarded 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8458" y="4199125"/>
            <a:ext cx="7775085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 recognition of your dedication and valuable contribution as a volunteer for </a:t>
            </a:r>
            <a:r>
              <a:rPr lang="en-US" b="true" sz="14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IEEE SB IGNITE</a:t>
            </a:r>
            <a:r>
              <a:rPr lang="en-US" sz="1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and the Tech-Talk on ‘</a:t>
            </a:r>
            <a:r>
              <a:rPr lang="en-US" b="true" sz="14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Artificial Intelligence in Space Management</a:t>
            </a:r>
            <a:r>
              <a:rPr lang="en-US" sz="1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,’ organized by the </a:t>
            </a:r>
            <a:r>
              <a:rPr lang="en-US" b="true" sz="14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IEEE Student Branch</a:t>
            </a:r>
            <a:r>
              <a:rPr lang="en-US" sz="1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lang="en-US" b="true" sz="14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ATME College of Engineering</a:t>
            </a:r>
            <a:r>
              <a:rPr lang="en-US" sz="1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, Mysuru, </a:t>
            </a:r>
            <a:r>
              <a:rPr lang="en-US" b="true" sz="14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on 26th March 2025</a:t>
            </a:r>
            <a:r>
              <a:rPr lang="en-US" sz="14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. Your efforts in coordinating and supporting the event played a vital role in ensuring its smooth execution and success, fostering an engaging platform for knowledge sharing and professional growth.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420418" y="76872"/>
            <a:ext cx="1099981" cy="1038900"/>
          </a:xfrm>
          <a:custGeom>
            <a:avLst/>
            <a:gdLst/>
            <a:ahLst/>
            <a:cxnLst/>
            <a:rect r="r" b="b" t="t" l="l"/>
            <a:pathLst>
              <a:path h="1038900" w="1099981">
                <a:moveTo>
                  <a:pt x="0" y="0"/>
                </a:moveTo>
                <a:lnTo>
                  <a:pt x="1099982" y="0"/>
                </a:lnTo>
                <a:lnTo>
                  <a:pt x="1099982" y="1038901"/>
                </a:lnTo>
                <a:lnTo>
                  <a:pt x="0" y="1038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04" r="0" b="-150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868" y="262011"/>
            <a:ext cx="1549979" cy="540059"/>
          </a:xfrm>
          <a:custGeom>
            <a:avLst/>
            <a:gdLst/>
            <a:ahLst/>
            <a:cxnLst/>
            <a:rect r="r" b="b" t="t" l="l"/>
            <a:pathLst>
              <a:path h="540059" w="1549979">
                <a:moveTo>
                  <a:pt x="0" y="0"/>
                </a:moveTo>
                <a:lnTo>
                  <a:pt x="1549979" y="0"/>
                </a:lnTo>
                <a:lnTo>
                  <a:pt x="1549979" y="540059"/>
                </a:lnTo>
                <a:lnTo>
                  <a:pt x="0" y="540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04" r="0" b="-150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69547" y="70685"/>
            <a:ext cx="1647161" cy="899462"/>
          </a:xfrm>
          <a:custGeom>
            <a:avLst/>
            <a:gdLst/>
            <a:ahLst/>
            <a:cxnLst/>
            <a:rect r="r" b="b" t="t" l="l"/>
            <a:pathLst>
              <a:path h="899462" w="1647161">
                <a:moveTo>
                  <a:pt x="0" y="0"/>
                </a:moveTo>
                <a:lnTo>
                  <a:pt x="1647162" y="0"/>
                </a:lnTo>
                <a:lnTo>
                  <a:pt x="1647162" y="899462"/>
                </a:lnTo>
                <a:lnTo>
                  <a:pt x="0" y="899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04" r="0" b="-150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75644" y="248722"/>
            <a:ext cx="2106031" cy="543387"/>
          </a:xfrm>
          <a:custGeom>
            <a:avLst/>
            <a:gdLst/>
            <a:ahLst/>
            <a:cxnLst/>
            <a:rect r="r" b="b" t="t" l="l"/>
            <a:pathLst>
              <a:path h="543387" w="2106031">
                <a:moveTo>
                  <a:pt x="0" y="0"/>
                </a:moveTo>
                <a:lnTo>
                  <a:pt x="2106031" y="0"/>
                </a:lnTo>
                <a:lnTo>
                  <a:pt x="2106031" y="543387"/>
                </a:lnTo>
                <a:lnTo>
                  <a:pt x="0" y="543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046" t="-1501" r="-3046" b="-129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25218" y="248722"/>
            <a:ext cx="695200" cy="695200"/>
          </a:xfrm>
          <a:custGeom>
            <a:avLst/>
            <a:gdLst/>
            <a:ahLst/>
            <a:cxnLst/>
            <a:rect r="r" b="b" t="t" l="l"/>
            <a:pathLst>
              <a:path h="695200" w="695200">
                <a:moveTo>
                  <a:pt x="0" y="0"/>
                </a:moveTo>
                <a:lnTo>
                  <a:pt x="695200" y="0"/>
                </a:lnTo>
                <a:lnTo>
                  <a:pt x="695200" y="695201"/>
                </a:lnTo>
                <a:lnTo>
                  <a:pt x="0" y="6952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983409" y="308082"/>
            <a:ext cx="2230086" cy="447918"/>
          </a:xfrm>
          <a:custGeom>
            <a:avLst/>
            <a:gdLst/>
            <a:ahLst/>
            <a:cxnLst/>
            <a:rect r="r" b="b" t="t" l="l"/>
            <a:pathLst>
              <a:path h="447918" w="2230086">
                <a:moveTo>
                  <a:pt x="0" y="0"/>
                </a:moveTo>
                <a:lnTo>
                  <a:pt x="2230085" y="0"/>
                </a:lnTo>
                <a:lnTo>
                  <a:pt x="2230085" y="447918"/>
                </a:lnTo>
                <a:lnTo>
                  <a:pt x="0" y="4479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504" r="0" b="-150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54315" y="6376172"/>
            <a:ext cx="2325060" cy="15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"/>
              </a:lnSpc>
            </a:pPr>
            <a:r>
              <a:rPr lang="en-US" b="true" sz="1141" spc="27">
                <a:solidFill>
                  <a:srgbClr val="0B1320"/>
                </a:solidFill>
                <a:latin typeface="Lora Bold"/>
                <a:ea typeface="Lora Bold"/>
                <a:cs typeface="Lora Bold"/>
                <a:sym typeface="Lora Bold"/>
              </a:rPr>
              <a:t>Dr. Bhagyashree S R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659191" y="5582790"/>
            <a:ext cx="1417340" cy="909012"/>
          </a:xfrm>
          <a:custGeom>
            <a:avLst/>
            <a:gdLst/>
            <a:ahLst/>
            <a:cxnLst/>
            <a:rect r="r" b="b" t="t" l="l"/>
            <a:pathLst>
              <a:path h="909012" w="1417340">
                <a:moveTo>
                  <a:pt x="0" y="0"/>
                </a:moveTo>
                <a:lnTo>
                  <a:pt x="1417341" y="0"/>
                </a:lnTo>
                <a:lnTo>
                  <a:pt x="1417341" y="909012"/>
                </a:lnTo>
                <a:lnTo>
                  <a:pt x="0" y="9090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395177" y="5584470"/>
            <a:ext cx="1479309" cy="715503"/>
          </a:xfrm>
          <a:custGeom>
            <a:avLst/>
            <a:gdLst/>
            <a:ahLst/>
            <a:cxnLst/>
            <a:rect r="r" b="b" t="t" l="l"/>
            <a:pathLst>
              <a:path h="715503" w="1479309">
                <a:moveTo>
                  <a:pt x="0" y="0"/>
                </a:moveTo>
                <a:lnTo>
                  <a:pt x="1479310" y="0"/>
                </a:lnTo>
                <a:lnTo>
                  <a:pt x="1479310" y="715502"/>
                </a:lnTo>
                <a:lnTo>
                  <a:pt x="0" y="715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539846" y="6609644"/>
            <a:ext cx="1656032" cy="40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"/>
              </a:lnSpc>
            </a:pPr>
            <a:r>
              <a:rPr lang="en-US" sz="1053" spc="25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DEAN RESEARCH</a:t>
            </a:r>
          </a:p>
          <a:p>
            <a:pPr algn="ctr">
              <a:lnSpc>
                <a:spcPts val="1053"/>
              </a:lnSpc>
            </a:pPr>
          </a:p>
          <a:p>
            <a:pPr algn="ctr">
              <a:lnSpc>
                <a:spcPts val="1053"/>
              </a:lnSpc>
            </a:pPr>
            <a:r>
              <a:rPr lang="en-US" sz="1053" spc="25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ATMECE MYSURU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93636" y="6609644"/>
            <a:ext cx="2076452" cy="40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"/>
              </a:lnSpc>
            </a:pPr>
            <a:r>
              <a:rPr lang="en-US" sz="1053" spc="25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IEEE ATME SB COUNSELLOR</a:t>
            </a:r>
          </a:p>
          <a:p>
            <a:pPr algn="ctr">
              <a:lnSpc>
                <a:spcPts val="1053"/>
              </a:lnSpc>
            </a:pPr>
          </a:p>
          <a:p>
            <a:pPr algn="ctr">
              <a:lnSpc>
                <a:spcPts val="1053"/>
              </a:lnSpc>
            </a:pPr>
            <a:r>
              <a:rPr lang="en-US" sz="1053" spc="25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ATMECE MYSURU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69332" y="6376172"/>
            <a:ext cx="2325060" cy="15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"/>
              </a:lnSpc>
            </a:pPr>
            <a:r>
              <a:rPr lang="en-US" b="true" sz="1141" spc="27">
                <a:solidFill>
                  <a:srgbClr val="0B1320"/>
                </a:solidFill>
                <a:latin typeface="Lora Bold"/>
                <a:ea typeface="Lora Bold"/>
                <a:cs typeface="Lora Bold"/>
                <a:sym typeface="Lora Bold"/>
              </a:rPr>
              <a:t>Dr. Vinod Kumar 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DAGjmppM3QA</dc:identifier>
  <dcterms:modified xsi:type="dcterms:W3CDTF">2011-08-01T06:04:30Z</dcterms:modified>
  <cp:revision>1</cp:revision>
  <dc:title>Cream Bordered Appreciation Certificate</dc:title>
</cp:coreProperties>
</file>